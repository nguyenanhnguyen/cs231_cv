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12192000" cy="6858000"/>
  <p:notesSz cx="6858000" cy="9144000"/>
  <p:custDataLst>
    <p:tags r:id="rId7"/>
  </p:custDataLst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FF"/>
    <a:srgbClr val="114F91"/>
    <a:srgbClr val="00F7FF"/>
    <a:srgbClr val="00C6FF"/>
    <a:srgbClr val="376DB5"/>
    <a:srgbClr val="1CB5E0"/>
    <a:srgbClr val="000046"/>
    <a:srgbClr val="0A46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94"/>
  </p:normalViewPr>
  <p:slideViewPr>
    <p:cSldViewPr snapToGrid="0">
      <p:cViewPr varScale="1">
        <p:scale>
          <a:sx n="70" d="100"/>
          <a:sy n="70" d="100"/>
        </p:scale>
        <p:origin x="3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1B713-64C2-0949-8ADC-A04FFD1F6467}" type="datetimeFigureOut">
              <a:rPr lang="en-VN" smtClean="0"/>
              <a:t>05/07/2025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F204-C7F4-F140-967F-D2FA889DA61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996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buNone/>
              <a:defRPr lang="en-VN" sz="2800" b="1" kern="1200" dirty="0">
                <a:solidFill>
                  <a:schemeClr val="accent3">
                    <a:lumMod val="75000"/>
                  </a:schemeClr>
                </a:solidFill>
                <a:effectLst>
                  <a:innerShdw blurRad="114300">
                    <a:schemeClr val="bg1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58953" y="5005949"/>
            <a:ext cx="3637025" cy="345005"/>
          </a:xfr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ctr">
            <a:noAutofit/>
          </a:bodyPr>
          <a:lstStyle>
            <a:lvl1pPr marL="0" indent="0" algn="ctr">
              <a:buNone/>
              <a:defRPr sz="1800" b="1" i="0">
                <a:solidFill>
                  <a:srgbClr val="114F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E4E74C37-9194-2F41-8AF3-9D2822A27DA3}" type="datetime4">
              <a:rPr lang="en-US" smtClean="0"/>
              <a:t>May 7,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3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May 7, 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C6B2679F-C18F-09A3-96AB-5F2B6ACB82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chemeClr val="bg1">
              <a:lumMod val="95000"/>
            </a:schemeClr>
          </a:solidFill>
          <a:ln w="19050" cap="rnd">
            <a:gradFill flip="none" rotWithShape="1">
              <a:gsLst>
                <a:gs pos="0">
                  <a:srgbClr val="00C6FF"/>
                </a:gs>
                <a:gs pos="99000">
                  <a:srgbClr val="00F7FF"/>
                </a:gs>
              </a:gsLst>
              <a:lin ang="2700000" scaled="1"/>
              <a:tileRect/>
            </a:gradFill>
          </a:ln>
        </p:spPr>
        <p:txBody>
          <a:bodyPr anchor="ctr">
            <a:normAutofit/>
          </a:bodyPr>
          <a:lstStyle>
            <a:lvl1pPr marL="1333500" indent="0">
              <a:buNone/>
              <a:tabLst/>
              <a:defRPr sz="2000" b="1" i="0">
                <a:gradFill flip="none" rotWithShape="1">
                  <a:gsLst>
                    <a:gs pos="100000">
                      <a:srgbClr val="0072FF"/>
                    </a:gs>
                    <a:gs pos="0">
                      <a:srgbClr val="00F7FF"/>
                    </a:gs>
                  </a:gsLst>
                  <a:lin ang="27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Họ và tên</a:t>
            </a:r>
            <a:br>
              <a:rPr lang="en-VN" dirty="0"/>
            </a:br>
            <a:r>
              <a:rPr lang="en-VN" dirty="0"/>
              <a:t>Email</a:t>
            </a:r>
            <a:br>
              <a:rPr lang="en-VN" dirty="0"/>
            </a:br>
            <a:r>
              <a:rPr lang="en-VN" dirty="0"/>
              <a:t>Khoa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7094EB-B733-82D9-0C1A-47F50ED8DF48}"/>
              </a:ext>
            </a:extLst>
          </p:cNvPr>
          <p:cNvGrpSpPr/>
          <p:nvPr userDrawn="1"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2951CF-9EB0-47B4-697B-3EC7AC808E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49411" y="1986636"/>
              <a:ext cx="6360520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FAF29A-75A4-8EF7-11D9-AB3F5C16B25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11109" y="1480500"/>
              <a:ext cx="591405" cy="506136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D2D0A89-881E-F365-FCB8-0CCF88B4F0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02514" y="1480500"/>
              <a:ext cx="1378423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8ED5AC8-396E-82A3-EA13-53B0DC1B1744}"/>
                </a:ext>
              </a:extLst>
            </p:cNvPr>
            <p:cNvSpPr/>
            <p:nvPr userDrawn="1"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 flip="none" rotWithShape="1"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1"/>
              <a:tileRect/>
            </a:gra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D5DF290-BB09-CD5D-D16C-F337A2AE1710}"/>
              </a:ext>
            </a:extLst>
          </p:cNvPr>
          <p:cNvSpPr>
            <a:spLocks noChangeAspect="1"/>
          </p:cNvSpPr>
          <p:nvPr userDrawn="1"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  <a:ln>
            <a:gradFill>
              <a:gsLst>
                <a:gs pos="0">
                  <a:srgbClr val="00C6FF"/>
                </a:gs>
                <a:gs pos="100000">
                  <a:srgbClr val="0072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6519316-5BE7-6687-FE60-23F1FB91349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F7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VN" dirty="0"/>
              <a:t>Profile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8F295F7-595F-E903-E034-0D8FEC5E07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1214" y="2263753"/>
            <a:ext cx="3576761" cy="622002"/>
          </a:xfrm>
          <a:effectLst>
            <a:innerShdw blurRad="114300">
              <a:srgbClr val="00F7FF"/>
            </a:innerShdw>
          </a:effectLst>
        </p:spPr>
        <p:txBody>
          <a:bodyPr anchor="ctr">
            <a:noAutofit/>
          </a:bodyPr>
          <a:lstStyle>
            <a:lvl1pPr marL="0" indent="0" algn="r">
              <a:buNone/>
              <a:defRPr lang="en-VN" sz="36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GIẢNG VIÊN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59585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82718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27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endParaRPr lang="en-V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3899" y="1559014"/>
            <a:ext cx="8124204" cy="4153664"/>
          </a:xfrm>
        </p:spPr>
        <p:txBody>
          <a:bodyPr anchor="ctr">
            <a:normAutofit/>
          </a:bodyPr>
          <a:lstStyle>
            <a:lvl1pPr marL="514350" indent="-51435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D51CB8D-0405-9D4D-88DC-1829A4D7BB93}" type="datetime4">
              <a:rPr lang="en-US" smtClean="0"/>
              <a:t>May 7, 2025</a:t>
            </a:fld>
            <a:endParaRPr lang="en-US" dirty="0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F56C1099-1EF4-24C1-B5E1-A484342C7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9729" y="734646"/>
            <a:ext cx="2714625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NỘI DUNG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5390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470929" y="2095027"/>
            <a:ext cx="9941071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70930" y="3169159"/>
            <a:ext cx="9941070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x.x.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0x.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May 7, 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AA7010-A78E-2DCB-8D89-28F704E05138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F7FF"/>
              </a:gs>
              <a:gs pos="100000">
                <a:srgbClr val="00F7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96A6D30-76D9-ADFA-439D-D8ACD753FA68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A54932-7153-1124-6FAB-6B0BCE7F15CF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11FFE3-7A74-DE46-A817-485EEBD35CE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189745-CA80-BAF4-D0A4-5251C5A38265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4A45EE-E6B0-E916-950B-83B5D9C719DA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05BCF47-41EA-DC9C-B39C-19996485644F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5591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5" y="1438835"/>
            <a:ext cx="10579654" cy="4738128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May 7, 2025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/>
          <p:cNvCxnSpPr/>
          <p:nvPr userDrawn="1"/>
        </p:nvCxnSpPr>
        <p:spPr>
          <a:xfrm>
            <a:off x="774145" y="1116106"/>
            <a:ext cx="11304699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65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233825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May 7, 2025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228490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7D36B1-517A-D556-9184-ED466900A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2080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962615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May 7, 2025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957280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F1C539-8AC9-C464-0C2F-4D72861584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4144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1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0714139-C59C-330B-707A-90AA2C2D1C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1006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2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AE4A723-09B9-08FA-D05B-D53CF4EB2C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4530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 d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May 7, 2025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085934" y="202009"/>
            <a:ext cx="6267866" cy="5969620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08087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May 7, 2025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E9790B-4A7F-B016-57E9-8F5F385CF8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60373" y="202009"/>
            <a:ext cx="6237261" cy="5976999"/>
          </a:xfrm>
          <a:prstGeom prst="roundRect">
            <a:avLst>
              <a:gd name="adj" fmla="val 574"/>
            </a:avLst>
          </a:prstGeo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VN" dirty="0"/>
              <a:t>Hình ảnh</a:t>
            </a:r>
          </a:p>
        </p:txBody>
      </p:sp>
    </p:spTree>
    <p:extLst>
      <p:ext uri="{BB962C8B-B14F-4D97-AF65-F5344CB8AC3E}">
        <p14:creationId xmlns:p14="http://schemas.microsoft.com/office/powerpoint/2010/main" val="134961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AAAD69AF-EC8B-72EE-4E78-98A3BACF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sp>
        <p:nvSpPr>
          <p:cNvPr id="72" name="Date Placeholder 3">
            <a:extLst>
              <a:ext uri="{FF2B5EF4-FFF2-40B4-BE49-F238E27FC236}">
                <a16:creationId xmlns:a16="http://schemas.microsoft.com/office/drawing/2014/main" id="{E08B9789-E935-79BF-7612-287E195CA82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May 7,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3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1CB305D-8829-8A5C-C77A-F06CC22D3171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B213357-208D-5A7C-6EC3-620968AB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5632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CB126-07C1-993D-D40F-CC92894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4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 TÊN MỤC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BD58-B33F-3C47-5551-9A2A2CE27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A01D-3EDB-1F54-F4EE-AFD1EF99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CE531-2A7F-644E-A3F5-DC3B6E62F623}" type="datetime4">
              <a:rPr lang="en-US" smtClean="0"/>
              <a:t>May 7, 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1C7E-53C3-CE2D-B996-7F9702138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76A-6303-F16B-A578-8E129753A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0436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4" r:id="rId3"/>
    <p:sldLayoutId id="2147483663" r:id="rId4"/>
    <p:sldLayoutId id="2147483650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6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u="none" kern="1200">
          <a:solidFill>
            <a:srgbClr val="114F91"/>
          </a:solidFill>
          <a:effectLst>
            <a:innerShdw blurRad="114300">
              <a:schemeClr val="bg1"/>
            </a:innerShdw>
          </a:effectLst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B0CF62-78A4-D655-7614-720D3253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BD6B99-F7D5-FAD0-EDA1-03EE73F7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8B0B3AC-44A8-D142-AAF6-9A453466E1A4}" type="slidenum">
              <a:rPr lang="en-VN" smtClean="0"/>
              <a:pPr algn="ctr"/>
              <a:t>1</a:t>
            </a:fld>
            <a:endParaRPr lang="en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7712B-B28A-B256-C343-718E2E8388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CS231.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7B1EB-02CD-733F-59FE-6D1CE2E4D4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7334" y="3725412"/>
            <a:ext cx="10438019" cy="459447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1</a:t>
            </a:r>
          </a:p>
          <a:p>
            <a:r>
              <a:rPr lang="en-US"/>
              <a:t>Thông tin về ảnh số</a:t>
            </a:r>
            <a:endParaRPr lang="en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1E838D-0A6A-9FC0-FE43-B7160A7D09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97181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Mô</a:t>
            </a:r>
            <a:r>
              <a:rPr lang="en-US"/>
              <a:t> tả Yêu cầu 1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Hãy đọc ảnh lene.jpg trong thư mục images. In ra thông tin cho biết:</a:t>
            </a:r>
          </a:p>
          <a:p>
            <a:pPr marL="514350" indent="-514350">
              <a:buAutoNum type="arabicPeriod"/>
            </a:pPr>
            <a:r>
              <a:rPr lang="en-US"/>
              <a:t>Kích thước ảnh</a:t>
            </a:r>
          </a:p>
          <a:p>
            <a:pPr marL="514350" indent="-514350">
              <a:buAutoNum type="arabicPeriod"/>
            </a:pPr>
            <a:r>
              <a:rPr lang="en-US"/>
              <a:t>Số kênh màu</a:t>
            </a:r>
          </a:p>
          <a:p>
            <a:pPr marL="514350" indent="-514350">
              <a:buAutoNum type="arabicPeriod"/>
            </a:pPr>
            <a:r>
              <a:rPr lang="en-US"/>
              <a:t>Hiển thi các phần tử từ dòng 0:5, cột 0:10 của kênh màu Red.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06419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Mô tả Yêu cầu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Hiển thị ảnh tương ứng với kênh Red, Green và Blue</a:t>
            </a:r>
          </a:p>
          <a:p>
            <a:r>
              <a:rPr lang="en-US"/>
              <a:t>Chuyển ảnh màu sang ảnh xám và Hiển thị ảnh xám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634328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5216F-DF66-DCE9-9088-6F5D16988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38079-9F49-F1E6-7D75-B20558226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Mô tả Yêu cầu 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9CB39-1EEA-BA4E-7535-38A24488E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/>
              <a:t>Tính histogram của ảnh và hiển thị lên màn hình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2D00B1-7CC6-8BA6-3854-AB1867EA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4C163-7193-E1E2-913C-8D696F95F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2502352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76382&quot;&gt;&lt;property id=&quot;20148&quot; value=&quot;5&quot;/&gt;&lt;property id=&quot;20300&quot; value=&quot;Slide 2 - &amp;quot;Mô tả&amp;quot;&quot;/&gt;&lt;property id=&quot;20307&quot; value=&quot;257&quot;/&gt;&lt;/object&gt;&lt;object type=&quot;3&quot; unique_id=&quot;104092&quot;&gt;&lt;property id=&quot;20148&quot; value=&quot;5&quot;/&gt;&lt;property id=&quot;20300&quot; value=&quot;Slide 3 - &amp;quot;Yêu cầu&amp;quot;&quot;/&gt;&lt;property id=&quot;20307&quot; value=&quot;258&quot;/&gt;&lt;/object&gt;&lt;object type=&quot;3&quot; unique_id=&quot;104093&quot;&gt;&lt;property id=&quot;20148&quot; value=&quot;5&quot;/&gt;&lt;property id=&quot;20300&quot; value=&quot;Slide 4&quot;/&gt;&lt;property id=&quot;20307&quot; value=&quot;259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C6FF"/>
            </a:gs>
            <a:gs pos="100000">
              <a:srgbClr val="0072FF"/>
            </a:gs>
          </a:gsLst>
          <a:lin ang="5400000" scaled="1"/>
        </a:gradFill>
        <a:ln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</a:ln>
      </a:spPr>
      <a:bodyPr rtlCol="0" anchor="ctr"/>
      <a:lstStyle>
        <a:defPPr algn="ctr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just">
          <a:lnSpc>
            <a:spcPct val="120000"/>
          </a:lnSpc>
          <a:spcBef>
            <a:spcPts val="200"/>
          </a:spcBef>
          <a:spcAft>
            <a:spcPts val="200"/>
          </a:spcAft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2882</TotalTime>
  <Words>159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Tahoma</vt:lpstr>
      <vt:lpstr>Times New Roman</vt:lpstr>
      <vt:lpstr>Office Theme</vt:lpstr>
      <vt:lpstr>PowerPoint Presentation</vt:lpstr>
      <vt:lpstr>Mô tả Yêu cầu 1</vt:lpstr>
      <vt:lpstr>Mô tả Yêu cầu 2</vt:lpstr>
      <vt:lpstr>Mô tả Yêu cầu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Trần Hoàng Lộc</dc:creator>
  <cp:lastModifiedBy>Mai Tiến Dũng</cp:lastModifiedBy>
  <cp:revision>144</cp:revision>
  <dcterms:created xsi:type="dcterms:W3CDTF">2023-03-03T01:55:04Z</dcterms:created>
  <dcterms:modified xsi:type="dcterms:W3CDTF">2025-05-07T15:14:30Z</dcterms:modified>
</cp:coreProperties>
</file>